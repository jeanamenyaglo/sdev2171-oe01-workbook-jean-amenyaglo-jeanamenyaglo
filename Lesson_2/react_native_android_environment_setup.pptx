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58" r:id="rId6"/>
    <p:sldId id="259" r:id="rId7"/>
    <p:sldId id="267" r:id="rId8"/>
    <p:sldId id="260" r:id="rId9"/>
    <p:sldId id="269" r:id="rId10"/>
    <p:sldId id="270" r:id="rId11"/>
    <p:sldId id="261" r:id="rId12"/>
    <p:sldId id="262" r:id="rId13"/>
    <p:sldId id="271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58A772-24A5-A3E3-9564-5B74C1493C58}" v="6" dt="2026-09-05T00:06:19.5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dy Mcdonald-Field" userId="S::cmcdonaldfield1@nait.ca::4e7d6832-2ca1-4ee9-8b49-69612892af1d" providerId="AD" clId="Web-{3D58A772-24A5-A3E3-9564-5B74C1493C58}"/>
    <pc:docChg chg="modSld">
      <pc:chgData name="Cody Mcdonald-Field" userId="S::cmcdonaldfield1@nait.ca::4e7d6832-2ca1-4ee9-8b49-69612892af1d" providerId="AD" clId="Web-{3D58A772-24A5-A3E3-9564-5B74C1493C58}" dt="2026-09-05T00:06:19.580" v="4" actId="20577"/>
      <pc:docMkLst>
        <pc:docMk/>
      </pc:docMkLst>
      <pc:sldChg chg="modSp">
        <pc:chgData name="Cody Mcdonald-Field" userId="S::cmcdonaldfield1@nait.ca::4e7d6832-2ca1-4ee9-8b49-69612892af1d" providerId="AD" clId="Web-{3D58A772-24A5-A3E3-9564-5B74C1493C58}" dt="2026-09-05T00:06:19.580" v="4" actId="20577"/>
        <pc:sldMkLst>
          <pc:docMk/>
          <pc:sldMk cId="0" sldId="260"/>
        </pc:sldMkLst>
        <pc:spChg chg="mod">
          <ac:chgData name="Cody Mcdonald-Field" userId="S::cmcdonaldfield1@nait.ca::4e7d6832-2ca1-4ee9-8b49-69612892af1d" providerId="AD" clId="Web-{3D58A772-24A5-A3E3-9564-5B74C1493C58}" dt="2026-09-05T00:06:19.580" v="4" actId="20577"/>
          <ac:spMkLst>
            <pc:docMk/>
            <pc:sldMk cId="0" sldId="260"/>
            <ac:spMk id="33" creationId="{301411C3-ABE6-158A-319F-91EA616E2782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02:56:06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24575,'218'363'0,"-162"-277"0,80 114 0,-97-149 0,79 81 0,-23-46 0,160 112 0,-196-160 0,1-4 0,101 43 0,26 13 0,-80-34 0,152 56 0,-138-64 0,-31-12 0,0-3 0,120 26 0,-154-49 0,1-3 0,73-1 0,384-6-1365,-499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02:56:13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564 441 24575,'-28'-25'0,"-1"2"0,-1 1 0,-59-33 0,-19-13 0,89 54 0,15 9 0,-1 1 0,0 1 0,-1-1 0,1 1 0,-1 0 0,1 0 0,-1 0 0,-10-2 0,12 4 0,0 0 0,1-1 0,-1 1 0,0-1 0,1 0 0,0 0 0,-1 0 0,1 0 0,0 0 0,0-1 0,-4-4 0,-24-35 0,26 34 0,-1-1 0,0 1 0,0 0 0,-11-9 0,-15-16 322,24 24-744,0 1 0,0 0 1,-12-8-1,9 9-6404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4T02:56:14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521 0 24575,'-207'183'0,"25"-24"0,170-147 0,-1-1 0,-1 0 0,1-1 0,-2 0 0,-25 12 0,26-14-1365,4-1-5461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05:22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1238 24575,'21'-2'0,"-1"0"0,0-2 0,0 0 0,0-1 0,27-11 0,-5 2 0,513-151 0,-417 130 0,-68 18 0,85-31 0,524-166 0,-460 135 0,-63 20 0,78-12 0,-41 15 0,-140 41 0,1 2 0,0 2 0,58-3 0,167 6 0,-209 7 0,62 2 0,-121 1 0,0 0 0,-1 1 0,1 0 0,0 1 0,-1 0 0,0 0 0,13 8 0,33 14 0,-39-22 0,0-1 0,0 0 0,0-1 0,1-1 0,-1-1 0,30-3 0,8 1 0,-55 2 0,1 0 0,0 0 0,0 1 0,-1-1 0,1 0 0,0 0 0,0 0 0,0-1 0,-1 1 0,1 0 0,0 0 0,0 0 0,-1 0 0,1-1 0,0 1 0,-1 0 0,1-1 0,0 1 0,-1 0 0,1-1 0,0 1 0,-1-1 0,1 1 0,-1-1 0,1 1 0,-1-1 0,1 0 0,-1 1 0,1-1 0,-1 0 0,0 1 0,1-2 0,-1 0 0,0 0 0,0 0 0,-1 0 0,1 0 0,-1 1 0,1-1 0,-1 0 0,1 0 0,-1 1 0,0-1 0,0 0 0,0 1 0,-1-2 0,-7-9 0,0 1 0,-18-17 0,-138-114 0,129 110 0,-1 1 0,-2 2 0,-44-25 0,65 45 112,0 1 0,-25-7-1,28 10-451,0-1 0,0 0 0,0-1 0,-14-9 0,20 11-6486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05:23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361 0 24575,'-19'17'0,"0"0"0,0-2 0,-33 19 0,-67 31 0,53-31 0,11-1-1365,43-28-5461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14:07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1:14:07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3:24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7246 24479,'2216'-7245'0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3:28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1 275 24575,'9'-1'0,"-1"-1"0,1 0 0,0 0 0,0 0 0,16-8 0,0 0 0,18-4 0,-15 6 0,0-1 0,-1-1 0,0-1 0,-1-2 0,41-26 0,-53 30 0,1 1 0,0 0 0,0 1 0,21-6 0,30-15 0,-48 18 48,-1 0-250,0 1 0,1 1 0,0 1 0,0 0 1,0 1-1,22-4 0,-26 9-6624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3:30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24575,'17'19'0,"-1"0"0,15 25 0,-10-14 0,1 8 0,-19-31 0,1 0 0,0 0 0,0-1 0,0 1 0,1-1 0,0 0 0,9 8 0,-7-8 0,-1-1 0,0 1 0,0 1 0,-1-1 0,0 1 0,0 0 0,0 0 0,-1 0 0,5 11 0,-4-9 0,0 0 0,1 0 0,0 0 0,8 7 0,14 22 0,-5 1 0,-14-22 0,1 0 0,1-1 0,0 0 0,14 15 0,-19-25-227,0 1-1,-1 0 1,1 0-1,-2 0 1,7 12-1,-5-6-6598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3:35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4716 24575,'1'-17'0,"1"-1"0,1 1 0,1 0 0,0 0 0,13-30 0,-2 0 0,64-231 0,-51 174 0,-16 62 0,9-36 0,43-105 0,-28 101 0,122-271 0,-123 279 0,60-113 0,-68 135 0,-2-2 0,33-99 0,-46 117 0,70-201 0,-58 165 0,-11 28 0,30-64 0,-37 93 0,0-1 0,-1 0 0,4-22 0,-6 23 0,1 1 0,0 0 0,0 0 0,13-25 0,0 5 0,-2 0 0,-2-1 0,-1-1 0,11-60 0,17-47 0,12-59 0,-2 10 0,3-29 0,-17 57 0,1-26 0,-19 78 0,17-81 0,32-67 0,-57 224 0,-3 0 0,6-69 0,-11 88 0,-1 10 0,1 1 0,0-1 0,0 0 0,0 1 0,1 0 0,0 0 0,7-12 0,-6 12 0,0-1 0,0 0 0,-1-1 0,5-13 0,-42 58 0,25-25 0,-1 0 0,0-1 0,-1 0 0,0-1 0,-16 12 0,-9 8 0,-44 38 0,-177 115 0,234-168 0,1 0 0,1 2 0,0 0 0,-29 32 0,43-41-170,-1 0-1,-1-1 0,1 0 1,-1-1-1,0 0 0,-1 0 1,-11 5-1,9-7-6655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03T22:23:36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24575,'9'11'0,"-1"1"0,0-1 0,0 1 0,-2 1 0,1 0 0,4 14 0,-2-7 0,21 50 0,43 87 0,-60-135 0,-8-11 0,1-1 0,0 0 0,0 0 0,1 0 0,0-1 0,15 14 0,62 63 0,-54-53 0,-21-23 73,-1 1 0,0 0 0,6 13 0,-10-16-211,-1-1 0,2 0 0,-1 0 0,1 0 0,0 0 0,0-1 0,1 0-1,0 0 1,0-1 0,1 1 0,10 6 0,-6-8-6688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image" Target="../media/image10.png"/><Relationship Id="rId4" Type="http://schemas.openxmlformats.org/officeDocument/2006/relationships/customXml" Target="../ink/ink4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customXml" Target="../ink/ink11.xm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11" Type="http://schemas.openxmlformats.org/officeDocument/2006/relationships/image" Target="../media/image17.png"/><Relationship Id="rId5" Type="http://schemas.openxmlformats.org/officeDocument/2006/relationships/image" Target="../media/image14.png"/><Relationship Id="rId15" Type="http://schemas.openxmlformats.org/officeDocument/2006/relationships/image" Target="../media/image19.png"/><Relationship Id="rId10" Type="http://schemas.openxmlformats.org/officeDocument/2006/relationships/customXml" Target="../ink/ink10.xml"/><Relationship Id="rId4" Type="http://schemas.openxmlformats.org/officeDocument/2006/relationships/image" Target="../media/image13.png"/><Relationship Id="rId9" Type="http://schemas.openxmlformats.org/officeDocument/2006/relationships/image" Target="../media/image16.png"/><Relationship Id="rId14" Type="http://schemas.openxmlformats.org/officeDocument/2006/relationships/customXml" Target="../ink/ink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What We Are Setting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7084"/>
                </a:solidFill>
                <a:latin typeface="Aptos"/>
              </a:defRPr>
            </a:pPr>
            <a:r>
              <a:t>The complete local development toolchain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084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74036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993392"/>
            <a:ext cx="457200" cy="457200"/>
          </a:xfrm>
          <a:prstGeom prst="ellipse">
            <a:avLst/>
          </a:prstGeom>
          <a:solidFill>
            <a:srgbClr val="3A7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20299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993392"/>
            <a:ext cx="16596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A"/>
                </a:solidFill>
              </a:defRPr>
            </a:pPr>
            <a:r>
              <a:t>Node.js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615184"/>
            <a:ext cx="241098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128"/>
                </a:solidFill>
              </a:defRPr>
            </a:pPr>
            <a:r>
              <a:t>Provides Node, </a:t>
            </a:r>
            <a:r>
              <a:rPr err="1"/>
              <a:t>npm</a:t>
            </a:r>
            <a:r>
              <a:t> and </a:t>
            </a:r>
            <a:r>
              <a:rPr err="1"/>
              <a:t>npx</a:t>
            </a:r>
            <a:r>
              <a:t> for </a:t>
            </a:r>
            <a:endParaRPr lang="en-CA"/>
          </a:p>
          <a:p>
            <a:pPr>
              <a:defRPr sz="1200">
                <a:solidFill>
                  <a:srgbClr val="1C2128"/>
                </a:solidFill>
              </a:defRPr>
            </a:pPr>
            <a:r>
              <a:t>the JavaScript/TypeScript toolchain.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4428" y="1828800"/>
            <a:ext cx="2574036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89020" y="1993392"/>
            <a:ext cx="457200" cy="457200"/>
          </a:xfrm>
          <a:prstGeom prst="ellipse">
            <a:avLst/>
          </a:prstGeom>
          <a:solidFill>
            <a:srgbClr val="3A7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89020" y="20299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4236" y="1993392"/>
            <a:ext cx="16596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A"/>
                </a:solidFill>
              </a:defRPr>
            </a:pPr>
            <a:r>
              <a:t>Android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5596" y="2615184"/>
            <a:ext cx="197227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128"/>
                </a:solidFill>
              </a:defRPr>
            </a:pPr>
            <a:r>
              <a:t>Provides the Android SDK, </a:t>
            </a:r>
            <a:endParaRPr lang="en-CA"/>
          </a:p>
          <a:p>
            <a:pPr>
              <a:defRPr sz="1200">
                <a:solidFill>
                  <a:srgbClr val="1C2128"/>
                </a:solidFill>
              </a:defRPr>
            </a:pPr>
            <a:r>
              <a:t>emulator, platform tools and</a:t>
            </a:r>
            <a:endParaRPr lang="en-CA"/>
          </a:p>
          <a:p>
            <a:pPr>
              <a:defRPr sz="1200">
                <a:solidFill>
                  <a:srgbClr val="1C2128"/>
                </a:solidFill>
              </a:defRPr>
            </a:pPr>
            <a:r>
              <a:t> build tools.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828800"/>
            <a:ext cx="2574036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27648" y="1993392"/>
            <a:ext cx="457200" cy="457200"/>
          </a:xfrm>
          <a:prstGeom prst="ellipse">
            <a:avLst/>
          </a:prstGeom>
          <a:solidFill>
            <a:srgbClr val="3A7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7648" y="20299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1993392"/>
            <a:ext cx="16596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A"/>
                </a:solidFill>
              </a:defRPr>
            </a:pPr>
            <a:r>
              <a:t>Expo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615184"/>
            <a:ext cx="197817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128"/>
                </a:solidFill>
              </a:defRPr>
            </a:pPr>
            <a:r>
              <a:t>Creates and manages </a:t>
            </a:r>
            <a:endParaRPr lang="en-CA"/>
          </a:p>
          <a:p>
            <a:pPr>
              <a:defRPr sz="1200">
                <a:solidFill>
                  <a:srgbClr val="1C2128"/>
                </a:solidFill>
              </a:defRPr>
            </a:pPr>
            <a:r>
              <a:t>the React Native application.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01684" y="1828800"/>
            <a:ext cx="2574036" cy="201168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066276" y="1993392"/>
            <a:ext cx="457200" cy="457200"/>
          </a:xfrm>
          <a:prstGeom prst="ellipse">
            <a:avLst/>
          </a:prstGeom>
          <a:solidFill>
            <a:srgbClr val="3A7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66276" y="20299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1492" y="1993392"/>
            <a:ext cx="165963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233A"/>
                </a:solidFill>
              </a:defRPr>
            </a:pPr>
            <a:r>
              <a:t>Local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02852" y="2615184"/>
            <a:ext cx="23796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C2128"/>
                </a:solidFill>
              </a:defRPr>
            </a:pPr>
            <a:r>
              <a:t>Gradle builds the Android app </a:t>
            </a:r>
            <a:endParaRPr lang="en-CA"/>
          </a:p>
          <a:p>
            <a:pPr>
              <a:defRPr sz="1200">
                <a:solidFill>
                  <a:srgbClr val="1C2128"/>
                </a:solidFill>
              </a:defRPr>
            </a:pPr>
            <a:r>
              <a:t>and ADB installs it on the emulator.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4663440"/>
            <a:ext cx="9509760" cy="777240"/>
          </a:xfrm>
          <a:prstGeom prst="roundRect">
            <a:avLst/>
          </a:prstGeom>
          <a:solidFill>
            <a:srgbClr val="1F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08760" y="4809744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1"/>
                </a:solidFill>
                <a:latin typeface="Consolas"/>
              </a:defRPr>
            </a:pPr>
            <a:r>
              <a:t>Code → Expo/React Native → Gradle → APK → ADB → Android Emulator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1 — Install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7084"/>
                </a:solidFill>
                <a:latin typeface="Aptos"/>
              </a:defRPr>
            </a:pPr>
            <a:r>
              <a:t>Use the current Node.js LTS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084"/>
                </a:solidFill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5778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C2128"/>
                </a:solidFill>
                <a:latin typeface="Aptos"/>
              </a:defRPr>
            </a:pPr>
            <a:r>
              <a:t>Install Node.js LTS.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C2128"/>
                </a:solidFill>
                <a:latin typeface="Aptos"/>
              </a:defRPr>
            </a:pPr>
            <a:r>
              <a:rPr err="1"/>
              <a:t>npm</a:t>
            </a:r>
            <a:r>
              <a:t> is installed with Node.js.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C2128"/>
                </a:solidFill>
                <a:latin typeface="Aptos"/>
              </a:defRPr>
            </a:pPr>
            <a:r>
              <a:t>Use </a:t>
            </a:r>
            <a:r>
              <a:rPr err="1"/>
              <a:t>npx</a:t>
            </a:r>
            <a:r>
              <a:t> to run Expo CLI commands — no global Expo CLI installation is required.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C2128"/>
                </a:solidFill>
                <a:latin typeface="Aptos"/>
              </a:defRPr>
            </a:pPr>
            <a:r>
              <a:t>Verify the installation from a terminal.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920240"/>
            <a:ext cx="4114800" cy="1143000"/>
          </a:xfrm>
          <a:prstGeom prst="roundRect">
            <a:avLst/>
          </a:prstGeom>
          <a:solidFill>
            <a:srgbClr val="1F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03720" y="2066544"/>
            <a:ext cx="374903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1"/>
                </a:solidFill>
                <a:latin typeface="Consolas"/>
              </a:defRPr>
            </a:pPr>
            <a:r>
              <a:t>node --version</a:t>
            </a:r>
            <a:br/>
            <a:r>
              <a:t>npm --version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24C9E3-8282-D45F-C36E-AF85C215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502310"/>
            <a:ext cx="3638737" cy="206385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9BAC781-43A9-E706-D288-DC6211A1DD86}"/>
                  </a:ext>
                </a:extLst>
              </p14:cNvPr>
              <p14:cNvContentPartPr/>
              <p14:nvPr/>
            </p14:nvContentPartPr>
            <p14:xfrm>
              <a:off x="5105759" y="3559392"/>
              <a:ext cx="1091880" cy="6202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9BAC781-43A9-E706-D288-DC6211A1DD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6762" y="3550392"/>
                <a:ext cx="1109514" cy="63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1167A0C4-F901-7BD8-BD68-E5693820D927}"/>
              </a:ext>
            </a:extLst>
          </p:cNvPr>
          <p:cNvGrpSpPr/>
          <p:nvPr/>
        </p:nvGrpSpPr>
        <p:grpSpPr>
          <a:xfrm>
            <a:off x="5995319" y="4045032"/>
            <a:ext cx="209160" cy="321120"/>
            <a:chOff x="5995319" y="4045032"/>
            <a:chExt cx="209160" cy="3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47B051F-FC18-400F-D205-947DCD37E511}"/>
                    </a:ext>
                  </a:extLst>
                </p14:cNvPr>
                <p14:cNvContentPartPr/>
                <p14:nvPr/>
              </p14:nvContentPartPr>
              <p14:xfrm>
                <a:off x="5995319" y="4045032"/>
                <a:ext cx="203400" cy="1587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47B051F-FC18-400F-D205-947DCD37E5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986319" y="4036032"/>
                  <a:ext cx="2210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86AF06B-47DE-4805-3ADD-8B8A100A4F2D}"/>
                    </a:ext>
                  </a:extLst>
                </p14:cNvPr>
                <p14:cNvContentPartPr/>
                <p14:nvPr/>
              </p14:nvContentPartPr>
              <p14:xfrm>
                <a:off x="6016919" y="4209912"/>
                <a:ext cx="187560" cy="156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86AF06B-47DE-4805-3ADD-8B8A100A4F2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07919" y="4200912"/>
                  <a:ext cx="205200" cy="173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2 — Install Android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7084"/>
                </a:solidFill>
                <a:latin typeface="Aptos"/>
              </a:defRPr>
            </a:pPr>
            <a:r>
              <a:t>Install the Android development components needed by React Native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084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4937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C2128"/>
                </a:solidFill>
                <a:latin typeface="Aptos"/>
              </a:defRPr>
            </a:pPr>
            <a:r>
              <a:t>Android Studio</a:t>
            </a:r>
            <a:r>
              <a:rPr lang="en-CA"/>
              <a:t>-</a:t>
            </a:r>
            <a:br>
              <a:rPr lang="en-CA"/>
            </a:br>
            <a:r>
              <a:rPr lang="en-CA"/>
              <a:t>https://developer.android.com/studio</a:t>
            </a:r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2009EA9-E6EA-DB78-EAE7-248C06C52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01" y="2368541"/>
            <a:ext cx="8491442" cy="3971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FB992-7BFC-D78C-863C-0B0C1FD94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932569-2906-EBA6-CAC2-B19D83F254D6}"/>
              </a:ext>
            </a:extLst>
          </p:cNvPr>
          <p:cNvSpPr txBox="1"/>
          <p:nvPr/>
        </p:nvSpPr>
        <p:spPr>
          <a:xfrm>
            <a:off x="640080" y="384048"/>
            <a:ext cx="421237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</a:t>
            </a:r>
            <a:r>
              <a:rPr lang="en-CA"/>
              <a:t>3</a:t>
            </a:r>
            <a:r>
              <a:t> — </a:t>
            </a:r>
            <a:r>
              <a:rPr lang="en-CA"/>
              <a:t>Install API version</a:t>
            </a: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EB9F72-F66E-60C7-AD73-6F9E28A36016}"/>
              </a:ext>
            </a:extLst>
          </p:cNvPr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E52D4-B0EE-9A56-6B44-AB2ECDBD82B6}"/>
              </a:ext>
            </a:extLst>
          </p:cNvPr>
          <p:cNvSpPr txBox="1"/>
          <p:nvPr/>
        </p:nvSpPr>
        <p:spPr>
          <a:xfrm>
            <a:off x="10789920" y="651967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084"/>
                </a:solidFill>
              </a:defRPr>
            </a:pPr>
            <a: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FC70E-B7BF-124C-2212-7DA557A0E21C}"/>
              </a:ext>
            </a:extLst>
          </p:cNvPr>
          <p:cNvSpPr txBox="1"/>
          <p:nvPr/>
        </p:nvSpPr>
        <p:spPr>
          <a:xfrm>
            <a:off x="368274" y="1915067"/>
            <a:ext cx="4937760" cy="4411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C2128"/>
                </a:solidFill>
                <a:latin typeface="Aptos"/>
              </a:defRPr>
            </a:pPr>
            <a:r>
              <a:rPr lang="en-CA"/>
              <a:t>From Languages and frameworks</a:t>
            </a:r>
            <a:br>
              <a:rPr lang="en-CA"/>
            </a:br>
            <a:r>
              <a:rPr lang="en-CA"/>
              <a:t>select Android SDK and then SDK Platforms.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1C2128"/>
                </a:solidFill>
                <a:latin typeface="Aptos"/>
              </a:defRPr>
            </a:pPr>
            <a:r>
              <a:rPr lang="en-US"/>
              <a:t>Scroll to find Android 16 and install it.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/>
              <a:t>Select the </a:t>
            </a:r>
            <a:r>
              <a:rPr lang="en-CA" b="1"/>
              <a:t>SDK Tools</a:t>
            </a:r>
            <a:r>
              <a:rPr lang="en-CA"/>
              <a:t> tab.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/>
              <a:t>Check </a:t>
            </a:r>
            <a:r>
              <a:rPr lang="en-CA" b="1"/>
              <a:t>Show Package Details</a:t>
            </a:r>
            <a:r>
              <a:rPr lang="en-CA"/>
              <a:t> to see individual versions.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/>
              <a:t>Make sure these are checked: </a:t>
            </a:r>
          </a:p>
          <a:p>
            <a:pPr lvl="1"/>
            <a:r>
              <a:rPr lang="en-CA" b="1"/>
              <a:t>Android SDK Build-Tools</a:t>
            </a:r>
            <a:r>
              <a:rPr lang="en-CA"/>
              <a:t> </a:t>
            </a:r>
          </a:p>
          <a:p>
            <a:pPr lvl="1"/>
            <a:r>
              <a:rPr lang="en-CA" b="1"/>
              <a:t>Android SDK Command-line Tools (latest)</a:t>
            </a:r>
            <a:r>
              <a:rPr lang="en-CA"/>
              <a:t> </a:t>
            </a:r>
          </a:p>
          <a:p>
            <a:pPr lvl="1"/>
            <a:r>
              <a:rPr lang="en-CA" b="1"/>
              <a:t>Android Emulator</a:t>
            </a:r>
            <a:r>
              <a:rPr lang="en-CA"/>
              <a:t> </a:t>
            </a:r>
          </a:p>
          <a:p>
            <a:pPr lvl="1"/>
            <a:r>
              <a:rPr lang="en-CA" b="1"/>
              <a:t>Android SDK Platform-Tools  </a:t>
            </a:r>
          </a:p>
          <a:p>
            <a:pPr>
              <a:spcAft>
                <a:spcPts val="1000"/>
              </a:spcAft>
              <a:defRPr sz="2000">
                <a:solidFill>
                  <a:srgbClr val="1C2128"/>
                </a:solidFill>
                <a:latin typeface="Aptos"/>
              </a:defRPr>
            </a:pPr>
            <a:br>
              <a:rPr lang="en-US"/>
            </a:br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774DC79-014B-FDF1-D97F-C7B28470E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635" y="294906"/>
            <a:ext cx="4776480" cy="345436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CD8D789-C575-567C-27C8-10828B2E09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034" y="3967833"/>
            <a:ext cx="3496336" cy="252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910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84048"/>
            <a:ext cx="7372083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3 — Configure the Android SDK Path</a:t>
            </a:r>
            <a:r>
              <a:rPr lang="en-CA"/>
              <a:t> (Part 1)</a:t>
            </a:r>
            <a:endParaRPr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8C7160-4879-683A-9C4A-50D45B7C1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42" y="1311968"/>
            <a:ext cx="2913853" cy="288568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0E230D-E9F8-8B92-F1C6-2F02E4F75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582" y="1326891"/>
            <a:ext cx="5320259" cy="743403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A51DA15B-E8F1-CE7F-DFEC-1DFCB1E23504}"/>
              </a:ext>
            </a:extLst>
          </p:cNvPr>
          <p:cNvGrpSpPr/>
          <p:nvPr/>
        </p:nvGrpSpPr>
        <p:grpSpPr>
          <a:xfrm>
            <a:off x="3546959" y="1542622"/>
            <a:ext cx="1340280" cy="445680"/>
            <a:chOff x="3546959" y="1542622"/>
            <a:chExt cx="1340280" cy="4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981002-6F35-D1D0-2095-1892A5E51DF7}"/>
                    </a:ext>
                  </a:extLst>
                </p14:cNvPr>
                <p14:cNvContentPartPr/>
                <p14:nvPr/>
              </p14:nvContentPartPr>
              <p14:xfrm>
                <a:off x="3546959" y="1542622"/>
                <a:ext cx="1340280" cy="4456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981002-6F35-D1D0-2095-1892A5E51D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537959" y="1533622"/>
                  <a:ext cx="13579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14D403C-378A-841D-BB87-4B025DE3B8E7}"/>
                    </a:ext>
                  </a:extLst>
                </p14:cNvPr>
                <p14:cNvContentPartPr/>
                <p14:nvPr/>
              </p14:nvContentPartPr>
              <p14:xfrm>
                <a:off x="4736759" y="1724422"/>
                <a:ext cx="129960" cy="79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14D403C-378A-841D-BB87-4B025DE3B8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27784" y="1715463"/>
                  <a:ext cx="147551" cy="9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BE84162-7AAD-15BD-1B54-BEFE18ECD960}"/>
                  </a:ext>
                </a:extLst>
              </p14:cNvPr>
              <p14:cNvContentPartPr/>
              <p14:nvPr/>
            </p14:nvContentPartPr>
            <p14:xfrm>
              <a:off x="4252559" y="5602702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BE84162-7AAD-15BD-1B54-BEFE18ECD9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43559" y="5593702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301411C3-ABE6-158A-319F-91EA616E2782}"/>
              </a:ext>
            </a:extLst>
          </p:cNvPr>
          <p:cNvSpPr txBox="1"/>
          <p:nvPr/>
        </p:nvSpPr>
        <p:spPr>
          <a:xfrm>
            <a:off x="4326121" y="2300948"/>
            <a:ext cx="7769734" cy="44012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400"/>
              <a:t>Open </a:t>
            </a:r>
            <a:r>
              <a:rPr lang="en-CA" sz="1400" b="1"/>
              <a:t>Android Studio</a:t>
            </a:r>
            <a:r>
              <a:rPr lang="en-CA" sz="1400"/>
              <a:t>. Go to </a:t>
            </a:r>
            <a:r>
              <a:rPr lang="en-CA" sz="1400" b="1"/>
              <a:t>Tools → SDK Manager</a:t>
            </a:r>
            <a:r>
              <a:rPr lang="en-CA" sz="14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400"/>
              <a:t>At the top, find </a:t>
            </a:r>
            <a:r>
              <a:rPr lang="en-CA" sz="1400" b="1"/>
              <a:t>Android SDK Location</a:t>
            </a:r>
            <a:r>
              <a:rPr lang="en-CA" sz="1400"/>
              <a:t>. Copy that full path. It will usually look like: </a:t>
            </a:r>
            <a:br>
              <a:rPr lang="en-CA" sz="1400"/>
            </a:br>
            <a:r>
              <a:rPr lang="en-CA" sz="1400"/>
              <a:t>C:\Users\YourName\AppData\Local\Android\Sdk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400"/>
              <a:t>Press </a:t>
            </a:r>
            <a:r>
              <a:rPr lang="en-CA" sz="1400" b="1"/>
              <a:t>Windows + R and write sysdm.cpl</a:t>
            </a:r>
            <a:r>
              <a:rPr lang="en-CA" sz="140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/>
              <a:t>From Advanced tab open click </a:t>
            </a:r>
            <a:r>
              <a:rPr lang="en-CA" sz="1400" b="1"/>
              <a:t>Environment Variables...</a:t>
            </a:r>
            <a:r>
              <a:rPr lang="en-CA" sz="140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400"/>
              <a:t>Under </a:t>
            </a:r>
            <a:r>
              <a:rPr lang="en-CA" sz="1400" b="1"/>
              <a:t>User variables for &lt;your username&gt;</a:t>
            </a:r>
            <a:r>
              <a:rPr lang="en-CA" sz="1400"/>
              <a:t>, click </a:t>
            </a:r>
            <a:r>
              <a:rPr lang="en-CA" sz="1400" b="1"/>
              <a:t>New...</a:t>
            </a:r>
            <a:r>
              <a:rPr lang="en-CA" sz="140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400"/>
              <a:t>Enter Variable name: ANDROID_HOME (keep all caps)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/>
              <a:t>For </a:t>
            </a:r>
            <a:r>
              <a:rPr lang="en-CA" sz="1400" b="1"/>
              <a:t>Variable value</a:t>
            </a:r>
            <a:r>
              <a:rPr lang="en-CA" sz="1400"/>
              <a:t>, paste the SDK path you copied: C:\Users\YourName\AppData\Local\Android\Sdk and Click </a:t>
            </a:r>
            <a:r>
              <a:rPr lang="en-CA" sz="1400" b="1"/>
              <a:t>OK</a:t>
            </a:r>
            <a:r>
              <a:rPr lang="en-CA" sz="140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/>
              <a:t>Now add Android tools to your Path. Under </a:t>
            </a:r>
            <a:r>
              <a:rPr lang="en-CA" sz="1400" b="1"/>
              <a:t>User variables</a:t>
            </a:r>
            <a:r>
              <a:rPr lang="en-CA" sz="1400"/>
              <a:t>, select: Path and Click </a:t>
            </a:r>
            <a:r>
              <a:rPr lang="en-CA" sz="1400" b="1"/>
              <a:t>Edit</a:t>
            </a:r>
            <a:r>
              <a:rPr lang="en-CA" sz="140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400"/>
              <a:t>Click </a:t>
            </a:r>
            <a:r>
              <a:rPr lang="en-CA" sz="1400" b="1"/>
              <a:t>New</a:t>
            </a:r>
            <a:r>
              <a:rPr lang="en-CA" sz="1400"/>
              <a:t> and add: %ANDROID_HOME%\platform-tools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400"/>
              <a:t>Click </a:t>
            </a:r>
            <a:r>
              <a:rPr lang="en-CA" sz="1400" b="1"/>
              <a:t>New</a:t>
            </a:r>
            <a:r>
              <a:rPr lang="en-CA" sz="1400"/>
              <a:t> again and add: %ANDROID_HOME%\emulator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400"/>
              <a:t>Click </a:t>
            </a:r>
            <a:r>
              <a:rPr lang="en-CA" sz="1400" b="1"/>
              <a:t>OK</a:t>
            </a:r>
            <a:r>
              <a:rPr lang="en-CA" sz="1400"/>
              <a:t> on every open Environment Variables window.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sz="1400" b="1"/>
              <a:t>Close any Command Prompt, PowerShell, or VS Code terminals that were already open. Open a new terminal.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/>
              <a:t>Check that ANDROID_HOME is available. In Command Prompt type- echo %ANDROID_HOME%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/>
              <a:t>Then, Check that </a:t>
            </a:r>
            <a:r>
              <a:rPr lang="en-CA" sz="1400" err="1"/>
              <a:t>adb</a:t>
            </a:r>
            <a:r>
              <a:rPr lang="en-CA" sz="1400"/>
              <a:t> works and type- </a:t>
            </a:r>
            <a:r>
              <a:rPr lang="en-CA" sz="1400" err="1"/>
              <a:t>adb</a:t>
            </a:r>
            <a:r>
              <a:rPr lang="en-CA" sz="1400"/>
              <a:t> --version</a:t>
            </a:r>
            <a:endParaRPr lang="en-CA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/>
              <a:t>Lastly, Check that the emulator command works and type- emulator -version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/>
              <a:t>If both adb and emulator return version information, your Android SDK path is configured correctly.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B478B-64E2-8F64-BA8B-7498E9E7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826BFE-9839-F286-5EBB-F62B163D76ED}"/>
              </a:ext>
            </a:extLst>
          </p:cNvPr>
          <p:cNvSpPr txBox="1"/>
          <p:nvPr/>
        </p:nvSpPr>
        <p:spPr>
          <a:xfrm>
            <a:off x="640080" y="384048"/>
            <a:ext cx="736849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3 — Configure the Android SDK Path</a:t>
            </a:r>
            <a:r>
              <a:rPr lang="en-CA"/>
              <a:t> (part 2)</a:t>
            </a: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F5296B1-1055-2BA4-F11D-A9B5B2302101}"/>
                  </a:ext>
                </a:extLst>
              </p14:cNvPr>
              <p14:cNvContentPartPr/>
              <p14:nvPr/>
            </p14:nvContentPartPr>
            <p14:xfrm>
              <a:off x="4252559" y="5602702"/>
              <a:ext cx="360" cy="3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F5296B1-1055-2BA4-F11D-A9B5B23021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43559" y="5593702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2F75B00-B309-E216-4E2B-63108A62C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885" y="891879"/>
            <a:ext cx="6985052" cy="4200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83EFE8-AB47-14DE-61E5-F1DA673958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572" y="1110781"/>
            <a:ext cx="3129540" cy="34263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719436E-6828-F8FC-D379-FC77358525B8}"/>
                  </a:ext>
                </a:extLst>
              </p14:cNvPr>
              <p14:cNvContentPartPr/>
              <p14:nvPr/>
            </p14:nvContentPartPr>
            <p14:xfrm>
              <a:off x="3657479" y="3393382"/>
              <a:ext cx="798120" cy="2608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719436E-6828-F8FC-D379-FC77358525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48479" y="3384382"/>
                <a:ext cx="815760" cy="262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00782908-9794-96EE-2BAF-3EF624D34163}"/>
              </a:ext>
            </a:extLst>
          </p:cNvPr>
          <p:cNvGrpSpPr/>
          <p:nvPr/>
        </p:nvGrpSpPr>
        <p:grpSpPr>
          <a:xfrm>
            <a:off x="4203599" y="3393022"/>
            <a:ext cx="397800" cy="208800"/>
            <a:chOff x="4203599" y="3393022"/>
            <a:chExt cx="397800" cy="20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B1C83E-7CF1-E2D0-B436-4E7509F25E0C}"/>
                    </a:ext>
                  </a:extLst>
                </p14:cNvPr>
                <p14:cNvContentPartPr/>
                <p14:nvPr/>
              </p14:nvContentPartPr>
              <p14:xfrm>
                <a:off x="4203599" y="3393022"/>
                <a:ext cx="245160" cy="990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B1C83E-7CF1-E2D0-B436-4E7509F25E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94586" y="3384022"/>
                  <a:ext cx="262826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39338F-BBE6-B77D-7B76-4766B2A2C00E}"/>
                    </a:ext>
                  </a:extLst>
                </p14:cNvPr>
                <p14:cNvContentPartPr/>
                <p14:nvPr/>
              </p14:nvContentPartPr>
              <p14:xfrm>
                <a:off x="4455239" y="3393382"/>
                <a:ext cx="146160" cy="2084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39338F-BBE6-B77D-7B76-4766B2A2C00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46239" y="3384382"/>
                  <a:ext cx="163800" cy="22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F7CBCC5-4D08-A223-F507-F4CFE5D05BB8}"/>
              </a:ext>
            </a:extLst>
          </p:cNvPr>
          <p:cNvGrpSpPr/>
          <p:nvPr/>
        </p:nvGrpSpPr>
        <p:grpSpPr>
          <a:xfrm>
            <a:off x="8290679" y="3921142"/>
            <a:ext cx="694080" cy="1712880"/>
            <a:chOff x="8290679" y="3921142"/>
            <a:chExt cx="694080" cy="171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D7B901-4D9A-8F6B-4B48-0B6C1E6AF654}"/>
                    </a:ext>
                  </a:extLst>
                </p14:cNvPr>
                <p14:cNvContentPartPr/>
                <p14:nvPr/>
              </p14:nvContentPartPr>
              <p14:xfrm>
                <a:off x="8290679" y="3935902"/>
                <a:ext cx="527400" cy="1698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D7B901-4D9A-8F6B-4B48-0B6C1E6AF65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281679" y="3926902"/>
                  <a:ext cx="545040" cy="17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D06131C-2970-94A9-A109-AC5AC8A3CFA1}"/>
                    </a:ext>
                  </a:extLst>
                </p14:cNvPr>
                <p14:cNvContentPartPr/>
                <p14:nvPr/>
              </p14:nvContentPartPr>
              <p14:xfrm>
                <a:off x="8812319" y="3921142"/>
                <a:ext cx="172440" cy="257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D06131C-2970-94A9-A109-AC5AC8A3CF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03319" y="3912142"/>
                  <a:ext cx="190080" cy="275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DD0120AE-2F8D-22F4-6205-C73E1446C3B1}"/>
              </a:ext>
            </a:extLst>
          </p:cNvPr>
          <p:cNvSpPr txBox="1"/>
          <p:nvPr/>
        </p:nvSpPr>
        <p:spPr>
          <a:xfrm>
            <a:off x="2389480" y="6038164"/>
            <a:ext cx="1667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System Variable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E15CE9-08B8-ED89-9DD9-37ED13B8642A}"/>
              </a:ext>
            </a:extLst>
          </p:cNvPr>
          <p:cNvSpPr txBox="1"/>
          <p:nvPr/>
        </p:nvSpPr>
        <p:spPr>
          <a:xfrm>
            <a:off x="7573976" y="5747219"/>
            <a:ext cx="143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User Variable</a:t>
            </a:r>
          </a:p>
        </p:txBody>
      </p:sp>
    </p:spTree>
    <p:extLst>
      <p:ext uri="{BB962C8B-B14F-4D97-AF65-F5344CB8AC3E}">
        <p14:creationId xmlns:p14="http://schemas.microsoft.com/office/powerpoint/2010/main" val="2476911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89AB12-73B0-DADE-D856-D618F02D2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713" y="1775361"/>
            <a:ext cx="7169741" cy="43874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E2C9A8-FEE3-B6FC-9D10-0E921D908FCF}"/>
              </a:ext>
            </a:extLst>
          </p:cNvPr>
          <p:cNvSpPr txBox="1"/>
          <p:nvPr/>
        </p:nvSpPr>
        <p:spPr>
          <a:xfrm>
            <a:off x="640080" y="384048"/>
            <a:ext cx="736849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3 — Configure the Android SDK Path</a:t>
            </a:r>
            <a:r>
              <a:rPr lang="en-CA"/>
              <a:t> (part 3)</a:t>
            </a:r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ED5F63-9279-E9BD-1277-AE292ABE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60" y="1886553"/>
            <a:ext cx="2093652" cy="20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798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562384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4 — </a:t>
            </a:r>
            <a:r>
              <a:rPr lang="en-CA"/>
              <a:t>Download and set Java SDK</a:t>
            </a: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147838-4887-B26E-BB6B-E232EE85516B}"/>
              </a:ext>
            </a:extLst>
          </p:cNvPr>
          <p:cNvSpPr txBox="1"/>
          <p:nvPr/>
        </p:nvSpPr>
        <p:spPr>
          <a:xfrm>
            <a:off x="1110781" y="1595597"/>
            <a:ext cx="10090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/>
              <a:t>See the separate word document for this step and go through the steps there.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5 — Create the Expo / React Native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555350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37084"/>
                </a:solidFill>
                <a:latin typeface="Aptos"/>
              </a:defRPr>
            </a:pPr>
            <a:r>
              <a:rPr sz="1600" b="1"/>
              <a:t>Create the project from a normal terminal</a:t>
            </a:r>
            <a:r>
              <a:rPr lang="en-CA" sz="1600" b="1"/>
              <a:t> or from </a:t>
            </a:r>
            <a:r>
              <a:rPr lang="en-CA" sz="1600" b="1" err="1"/>
              <a:t>VSCode</a:t>
            </a:r>
            <a:endParaRPr sz="1600" b="1"/>
          </a:p>
        </p:txBody>
      </p:sp>
      <p:sp>
        <p:nvSpPr>
          <p:cNvPr id="5" name="Rectangle 4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084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600200"/>
            <a:ext cx="6400800" cy="1234440"/>
          </a:xfrm>
          <a:prstGeom prst="roundRect">
            <a:avLst/>
          </a:prstGeom>
          <a:solidFill>
            <a:srgbClr val="1F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746504"/>
            <a:ext cx="6035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1"/>
                </a:solidFill>
                <a:latin typeface="Consolas"/>
              </a:defRPr>
            </a:pPr>
            <a:r>
              <a:t>npx create-expo-app@latest MyFirstApp</a:t>
            </a:r>
            <a:br/>
            <a:r>
              <a:t>cd MyFirstApp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658368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1C2128"/>
                </a:solidFill>
                <a:latin typeface="Aptos"/>
              </a:defRPr>
            </a:pPr>
            <a:r>
              <a:t>create-expo-app creates the React Native project.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1C2128"/>
                </a:solidFill>
                <a:latin typeface="Aptos"/>
              </a:defRPr>
            </a:pPr>
            <a:r>
              <a:rPr err="1"/>
              <a:t>npx</a:t>
            </a:r>
            <a:r>
              <a:t> downloads/runs the required CLI package without a global install.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1C2128"/>
                </a:solidFill>
                <a:latin typeface="Aptos"/>
              </a:defRPr>
            </a:pPr>
            <a:r>
              <a:t>The project can use JavaScript or TypeScript.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1C2128"/>
                </a:solidFill>
                <a:latin typeface="Aptos"/>
              </a:defRPr>
            </a:pPr>
            <a:r>
              <a:t>Expo Go is not part of this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00200"/>
            <a:ext cx="2834640" cy="3840480"/>
          </a:xfrm>
          <a:prstGeom prst="roundRect">
            <a:avLst/>
          </a:prstGeom>
          <a:solidFill>
            <a:srgbClr val="F4F7FB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192024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233A"/>
                </a:solidFill>
              </a:defRPr>
            </a:pPr>
            <a:r>
              <a:t>MyFirstApp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265176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128"/>
                </a:solidFill>
                <a:latin typeface="Consolas"/>
              </a:defRPr>
            </a:pPr>
            <a:r>
              <a:t>app 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31546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128"/>
                </a:solidFill>
                <a:latin typeface="Consolas"/>
              </a:defRPr>
            </a:pPr>
            <a:r>
              <a:t>assets 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6576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128"/>
                </a:solidFill>
                <a:latin typeface="Consolas"/>
              </a:defRPr>
            </a:pPr>
            <a:r>
              <a:t>package.json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16052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C2128"/>
                </a:solidFill>
                <a:latin typeface="Consolas"/>
              </a:defRPr>
            </a:pPr>
            <a:r>
              <a:t>node_modules 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36F4-8ACB-E23C-53EF-E45904021D7B}"/>
              </a:ext>
            </a:extLst>
          </p:cNvPr>
          <p:cNvSpPr txBox="1"/>
          <p:nvPr/>
        </p:nvSpPr>
        <p:spPr>
          <a:xfrm>
            <a:off x="640080" y="384048"/>
            <a:ext cx="647946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</a:t>
            </a:r>
            <a:r>
              <a:rPr lang="en-CA"/>
              <a:t>6</a:t>
            </a:r>
            <a:r>
              <a:t> — </a:t>
            </a:r>
            <a:r>
              <a:rPr lang="en-CA"/>
              <a:t>Create a Virtual Device and Run It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232FC7-C0CD-71C6-F012-BB5CA1E4B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010" y="1069375"/>
            <a:ext cx="4213708" cy="2735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5D45E2-923B-6729-FEA4-D9C239C64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573" y="1069375"/>
            <a:ext cx="2384711" cy="24132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DD871-5595-7107-BE8F-1824B5C98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244" y="1011603"/>
            <a:ext cx="3388125" cy="252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07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384048"/>
            <a:ext cx="6358087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 Display"/>
              </a:defRPr>
            </a:pPr>
            <a:r>
              <a:t>Step </a:t>
            </a:r>
            <a:r>
              <a:rPr lang="en-CA"/>
              <a:t>7</a:t>
            </a:r>
            <a:r>
              <a:t> — Build and Install the Android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92240"/>
            <a:ext cx="10881360" cy="18288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967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37084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417320"/>
            <a:ext cx="4754880" cy="868680"/>
          </a:xfrm>
          <a:prstGeom prst="roundRect">
            <a:avLst/>
          </a:prstGeom>
          <a:solidFill>
            <a:srgbClr val="1F2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1563624"/>
            <a:ext cx="43891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8ECF1"/>
                </a:solidFill>
                <a:latin typeface="Consolas"/>
              </a:defRPr>
            </a:pPr>
            <a:r>
              <a:t>npx expo run:android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5394960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C2128"/>
                </a:solidFill>
                <a:latin typeface="Aptos"/>
              </a:defRPr>
            </a:pPr>
            <a:r>
              <a:t>Expo generates/configures the native Android project when needed.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C2128"/>
                </a:solidFill>
                <a:latin typeface="Aptos"/>
              </a:defRPr>
            </a:pPr>
            <a:r>
              <a:t>Gradle compiles the Android application.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C2128"/>
                </a:solidFill>
                <a:latin typeface="Aptos"/>
              </a:defRPr>
            </a:pPr>
            <a:r>
              <a:t>ADB installs the debug app on the emulator.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C2128"/>
                </a:solidFill>
                <a:latin typeface="Aptos"/>
              </a:defRPr>
            </a:pPr>
            <a:r>
              <a:t>The app launches on the emulator.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>
                <a:solidFill>
                  <a:srgbClr val="1C2128"/>
                </a:solidFill>
                <a:latin typeface="Aptos"/>
              </a:defRPr>
            </a:pPr>
            <a:r>
              <a:t>The first build is slower because Gradle downloads dependencies.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98117D-99FF-0008-0467-A0C623B65592}"/>
              </a:ext>
            </a:extLst>
          </p:cNvPr>
          <p:cNvSpPr txBox="1"/>
          <p:nvPr/>
        </p:nvSpPr>
        <p:spPr>
          <a:xfrm>
            <a:off x="7094271" y="1730609"/>
            <a:ext cx="49244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>
                <a:solidFill>
                  <a:srgbClr val="FF0000"/>
                </a:solidFill>
              </a:rPr>
              <a:t>IMPORTANT: Make sure the emulator is running before this step!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D60604D2980448B02DC914D13E7AAE" ma:contentTypeVersion="9" ma:contentTypeDescription="Create a new document." ma:contentTypeScope="" ma:versionID="c0472ddc4330c13977a0074e2863ca32">
  <xsd:schema xmlns:xsd="http://www.w3.org/2001/XMLSchema" xmlns:xs="http://www.w3.org/2001/XMLSchema" xmlns:p="http://schemas.microsoft.com/office/2006/metadata/properties" xmlns:ns2="4083edda-c4f1-4ed5-a96b-1e094f4a844c" xmlns:ns3="be45a4ca-d840-4636-b8c7-cceac4fbf744" targetNamespace="http://schemas.microsoft.com/office/2006/metadata/properties" ma:root="true" ma:fieldsID="d6b6c8d8e83f392c7b301059a3b315eb" ns2:_="" ns3:_="">
    <xsd:import namespace="4083edda-c4f1-4ed5-a96b-1e094f4a844c"/>
    <xsd:import namespace="be45a4ca-d840-4636-b8c7-cceac4fbf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83edda-c4f1-4ed5-a96b-1e094f4a84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45a4ca-d840-4636-b8c7-cceac4fbf7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1a5ff7b-1522-4f5f-ac17-750144a7a587}" ma:internalName="TaxCatchAll" ma:showField="CatchAllData" ma:web="be45a4ca-d840-4636-b8c7-cceac4fbf7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45a4ca-d840-4636-b8c7-cceac4fbf744" xsi:nil="true"/>
    <lcf76f155ced4ddcb4097134ff3c332f xmlns="4083edda-c4f1-4ed5-a96b-1e094f4a844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9026C0-F60D-4B0C-8A94-DE5165D30647}">
  <ds:schemaRefs>
    <ds:schemaRef ds:uri="4083edda-c4f1-4ed5-a96b-1e094f4a844c"/>
    <ds:schemaRef ds:uri="be45a4ca-d840-4636-b8c7-cceac4fbf7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092E209-BFED-4C77-A964-912B2C0DC720}">
  <ds:schemaRefs>
    <ds:schemaRef ds:uri="4083edda-c4f1-4ed5-a96b-1e094f4a844c"/>
    <ds:schemaRef ds:uri="be45a4ca-d840-4636-b8c7-cceac4fbf744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013A531-E1FD-4418-8582-D8FE6AF395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2026-09-05T00:06:20Z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0x01010083D60604D2980448B02DC914D13E7AAE</vt:lpwstr>
  </property>
  <property fmtid="{D5CDD505-2E9C-101B-9397-08002B2CF9AE}" pid="3" name="MediaServiceImageTags">
    <vt:lpwstr/>
  </property>
</Properties>
</file>